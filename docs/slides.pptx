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発表者メモ:
・自己紹介、発表時間の目安などをここに書く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ここはデモに合わせて自由に編集してください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ここは発表者ご自身の感想を記入してください。例:
・大変だった点 / 工夫した点 / やってみて分かったこと / 今後やってみたいこと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冨岳ジョブ成功率予測Webアプリ</dc:title>
  <dc:subject>PptxGenJS Presentation</dc:subject>
  <dc:creator>Created by Marp</dc:creator>
  <cp:lastModifiedBy>Created by Marp</cp:lastModifiedBy>
  <cp:revision>1</cp:revision>
  <dcterms:created xsi:type="dcterms:W3CDTF">2026-08-31T00:45:00Z</dcterms:created>
  <dcterms:modified xsi:type="dcterms:W3CDTF">2026-08-31T00:45:00Z</dcterms:modified>
</cp:coreProperties>
</file>